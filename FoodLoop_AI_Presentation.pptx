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4"/>
                </a:solidFill>
                <a:latin typeface="+mn-lt"/>
              </a:rPr>
              <a:t>Pilot funnel assumptions (to validate)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1,000 listings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Listings</c:v>
                </c:pt>
                <c:pt idx="1">
                  <c:v>Matched</c:v>
                </c:pt>
                <c:pt idx="2">
                  <c:v>Picked up</c:v>
                </c:pt>
                <c:pt idx="3">
                  <c:v>Delivered safely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850</c:v>
                </c:pt>
                <c:pt idx="2">
                  <c:v>720</c:v>
                </c:pt>
                <c:pt idx="3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5-467C-84BF-72389A413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87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FoodLoop AI | SDG 2: Zero Hunger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 · ZERO HUNGER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FoodLoop AI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surplus food with one WhatsApp message. AI agents match it to NGOs and book the pickup before it spoils.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Mandar </a:t>
            </a:r>
            <a:r>
              <a:rPr lang="en-US" sz="1400" dirty="0" err="1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Mutey</a:t>
            </a:r>
            <a:endParaRPr lang="en-US" sz="1400" dirty="0">
              <a:solidFill>
                <a:srgbClr val="DCEB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 : </a:t>
            </a:r>
            <a:r>
              <a:rPr lang="en-US" sz="1400" dirty="0" err="1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Ramdeobaba</a:t>
            </a:r>
            <a:r>
              <a:rPr lang="en-US" sz="14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for Academia, Masterclass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rgbClr val="1F4D3A"/>
          </a:solidFill>
          <a:ln w="76200">
            <a:solidFill>
              <a:srgbClr val="F2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371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Donor → Match → Pickup → Impact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is wasted while people go hungry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cooked food is thrown away every day, and the people who could use it never hear about it in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goes to waste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004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caterers, wedding halls and hostel messes end the day with extra food and no one to give it 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980" y="164592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182880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runs out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267004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food is safe for only a few hours. Phone calls between donor, NGO and driver are too slow.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64592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82880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trust, no tracking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67004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fear food-safety blame, and nobody measures how many meals were really saved.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agents, one rescue desk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5856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WhatsApp message or photo and lists the food and its safe-until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25856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NGOs by need, distance, capacity and time left.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5856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volunteer or driver and books the pickup slot.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17320"/>
            <a:ext cx="384048" cy="384048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Impact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25856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food safety, records delivery proof, reports meals saved.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agent · shared memory of donors, NGOs, volunteers and pickups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leftover food to a delivered meal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1F4D3A"/>
          </a:solidFill>
          <a:ln w="38100">
            <a:solidFill>
              <a:srgbClr val="D98E0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0"/>
            <a:ext cx="365760" cy="274320"/>
          </a:xfrm>
          <a:prstGeom prst="rightArrow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sends a message or photo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822960" cy="822960"/>
          </a:xfrm>
          <a:prstGeom prst="ellipse">
            <a:avLst/>
          </a:prstGeom>
          <a:solidFill>
            <a:srgbClr val="2F6B52"/>
          </a:solidFill>
          <a:ln w="381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365760" cy="274320"/>
          </a:xfrm>
          <a:prstGeom prst="rightArrow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NGO accepts the offer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1554480"/>
            <a:ext cx="822960" cy="822960"/>
          </a:xfrm>
          <a:prstGeom prst="ellipse">
            <a:avLst/>
          </a:prstGeom>
          <a:solidFill>
            <a:srgbClr val="1F4D3A"/>
          </a:solidFill>
          <a:ln w="38100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9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983480" y="1828800"/>
            <a:ext cx="365760" cy="274320"/>
          </a:xfrm>
          <a:prstGeom prst="rightArrow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is booked and routed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1554480"/>
            <a:ext cx="822960" cy="822960"/>
          </a:xfrm>
          <a:prstGeom prst="ellipse">
            <a:avLst/>
          </a:prstGeom>
          <a:solidFill>
            <a:srgbClr val="2F6B52"/>
          </a:solidFill>
          <a:ln w="38100">
            <a:solidFill>
              <a:srgbClr val="D98E0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629400" y="1828800"/>
            <a:ext cx="365760" cy="274320"/>
          </a:xfrm>
          <a:prstGeom prst="rightArrow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and delivery proof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60920" y="1554480"/>
            <a:ext cx="822960" cy="822960"/>
          </a:xfrm>
          <a:prstGeom prst="ellipse">
            <a:avLst/>
          </a:prstGeom>
          <a:solidFill>
            <a:srgbClr val="1F4D3A"/>
          </a:solidFill>
          <a:ln w="38100">
            <a:solidFill>
              <a:srgbClr val="D98E0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saved, shared with donor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match or pickup fails, the coordinator tries the next NGO or hands the case to a human.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gives, who receives, who pays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caterers, wedding venues, hostel and college canteens, corporate cafeterias.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898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1860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 (free)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719072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NGOs, community kitchens, shelters, old-age homes and orphanages.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19072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through CSR, large caterers, colleges and municipal bodies.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messes and canteens in one Tier-2 city, NSS units with student volunteers, local NGOs that already run pickups.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Rescue surplus food with one WhatsApp message.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is left and where. FoodLoop finds the right NGO, books the pickup and proves the meals were delivered.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2F6B52"/>
          </a:solidFill>
          <a:ln w="12700">
            <a:solidFill>
              <a:srgbClr val="2F6B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for surplus food, run by AI agents, for NGOs.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Receivers never pay; sponsors and subscribers 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for small donors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for chains and caterers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sponsorship per meal rescued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ESG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licences, municipal contracts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and cloud hosting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WhatsApp Business API, SMS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AI and UI/UX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coordination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Food-safety training and insurance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meals reached, not sign-ups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we track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459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rescued per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Listing-to-pickup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success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Repeat-donor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Food-safety incidents (goal: 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meal rescued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planning assumptions, not results.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handle them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stamps, safe-until limits, hygiene checklist, delivery proof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pickup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19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several NGOs in order, backup volunteers, human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107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is needed, ask consent, let users delete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or access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107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WhatsApp-first, local languages, campus ambassadors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F6B52"/>
          </a:solidFill>
          <a:ln w="12700">
            <a:solidFill>
              <a:srgbClr val="2F6B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Pilot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Matcher agents on WhatsApp, one city, two NGOs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F6B52"/>
          </a:solidFill>
          <a:ln w="12700">
            <a:solidFill>
              <a:srgbClr val="2F6B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Grow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11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Logistics and Safety agents; onboard caterers and volunteers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2F6B52"/>
          </a:solidFill>
          <a:ln w="12700">
            <a:solidFill>
              <a:srgbClr val="2F6B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Prove impact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meals rescued; win CSR and government support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hunger starts with one message.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667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FoodLoop AI</dc:title>
  <dc:subject>PptxGenJS Presentation</dc:subject>
  <dc:creator>Your Name</dc:creator>
  <cp:lastModifiedBy>Mandar Mautey</cp:lastModifiedBy>
  <cp:revision>2</cp:revision>
  <dcterms:created xsi:type="dcterms:W3CDTF">2026-10-14T14:43:18Z</dcterms:created>
  <dcterms:modified xsi:type="dcterms:W3CDTF">2026-10-14T15:44:25Z</dcterms:modified>
</cp:coreProperties>
</file>